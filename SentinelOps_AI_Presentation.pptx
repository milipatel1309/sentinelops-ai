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6" d="100"/>
          <a:sy n="136" d="100"/>
        </p:scale>
        <p:origin x="115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66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36576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SentinelOps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Cloud Incident Response Platform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0292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FDE Pre-screening Assignment  |  Multi-Agent System Design &amp; Implementation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sentinelops-ai-427637329209.us-central1.run.app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41605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720" y="4160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41605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4160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41605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15000" y="4160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41605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4160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 Patel |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29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exists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10896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" cy="3108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Cloud Incidents Are Complex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 involve logs, security events, compliance rules, and multiple teams acting simultaneously — too much for one analyst or one chatbot.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310896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54864" cy="3108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234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AI Without Control Is Risky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7830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can recommend deleting databases or bypassing security policies. Enterprise AI needs guardrails, not just answers.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310896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54864" cy="31089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234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Accountability Gaps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7830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audit trails and human approval workflows, AI-assisted decisions can't be traced, audited, or explained to regulators.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SentinelOps AI: Specialized agents collaborate safely — with guardrails, role-based access, and human approval for risky actions.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SentinelOps AI is and does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Incident Response 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8412480" cy="548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7647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Operations Center (SOC) — incident triage, analysis, remediation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95144"/>
            <a:ext cx="8412480" cy="54864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865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38658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specialized agents working sequentially through a shared orchestration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8412480" cy="548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083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00837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· SOC Manager · Incident Commander · Compliance Reviewer · Observer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38728"/>
            <a:ext cx="8412480" cy="54864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630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63016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 Run — publicly accessible via HTTPS URL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251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251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→ OpenAI fallback → Deterministic mock (3-tier reliability)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 ·  Sequential orchestration  ·  Shared context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941832" cy="438912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289304" y="1453896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35608" y="1234440"/>
            <a:ext cx="941832" cy="438912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35608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1453896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23744" y="1234440"/>
            <a:ext cx="941832" cy="438912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23744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65576" y="1453896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11880" y="1234440"/>
            <a:ext cx="941832" cy="43891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53712" y="1453896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0016" y="1234440"/>
            <a:ext cx="941832" cy="438912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41848" y="1453896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88152" y="1234440"/>
            <a:ext cx="941832" cy="438912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88152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9984" y="1453896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76288" y="1234440"/>
            <a:ext cx="941832" cy="43891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76288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18120" y="1453896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64424" y="1234440"/>
            <a:ext cx="941832" cy="438912"/>
          </a:xfrm>
          <a:prstGeom prst="rect">
            <a:avLst/>
          </a:prstGeom>
          <a:solidFill>
            <a:srgbClr val="94A3B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64424" y="1234440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1828800"/>
            <a:ext cx="8366760" cy="3474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1856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Shared Orchestration Context  —  Each agent reads from and writes enriched state back to this shared dict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2313432"/>
            <a:ext cx="8366760" cy="182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2377440"/>
            <a:ext cx="2724912" cy="25146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2377440"/>
            <a:ext cx="54864" cy="2514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" y="2441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Safety Layers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" y="28346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 (blocklist)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 — policy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 — output scan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 (PII redaction)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queue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2377440"/>
            <a:ext cx="2724912" cy="25146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0" y="2377440"/>
            <a:ext cx="54864" cy="2514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37560" y="2441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Stack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64992" y="28346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(preferred)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(fallback)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mock (final fallback)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retries with backoff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used_fallback flag in result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53328" y="2377440"/>
            <a:ext cx="2724912" cy="25146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53328" y="2377440"/>
            <a:ext cx="54864" cy="2514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90488" y="2441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Role Access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28346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— create &amp; investigate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Manager — approvals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Commander — monitor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Reviewer — audit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— read-only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 ·  GCP  ·  HTTPS Public Endpoint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Responsibilities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1752" y="6346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exactly one job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54864" cy="86868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078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Intake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3898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incident text → intent, entities, services, severity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993392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993392"/>
            <a:ext cx="54864" cy="86868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20665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Planner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task list and execution order for the workflow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980944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980944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3054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Log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33649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cloud_logs.csv + security_events.csv 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68496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3968496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" y="4041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Compliance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4352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compliance_rules.json; can short-circuit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5152" y="1005840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45152" y="100584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9744" y="1078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Root Cause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9744" y="13898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rule-based + LLM inference over evidence bundles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5152" y="1993392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45152" y="1993392"/>
            <a:ext cx="54864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9744" y="20665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Remediation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9744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gated action list; skipped entirely on compliance block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2980944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45152" y="2980944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3054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Validation 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9744" y="33649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remediation for high-risk language; sets requires_approval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3968496"/>
            <a:ext cx="4069080" cy="86868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45152" y="3968496"/>
            <a:ext cx="54864" cy="8686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9744" y="4041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Auditor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9744" y="4352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scores, executive summary, immutable audit trail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Validation Agent added post-MVP as Critic loop between Remediation and Auditor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Safety &amp; Guardrails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defense — input to output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109728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097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check_guardrails()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blocklist scans operator text before any agent runs. Dangerous commands (delete production DB, bypass policy) are blocked immediately.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33172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233172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064" y="242316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2423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compliance_rules.json with injection-pattern detection. A compliance block short-circuits the pipeline — Remediation and Validation are skipped.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65760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365760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2064" y="374904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3749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POST-LLM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remediation narrative for: delete · disable · purge · bypass · PII exposure · firewall changes. Sets requires_approval on risky items.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100584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90872" y="100584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55464" y="109728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55464" y="1097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55464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validate_llm_output()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55464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Redacts email addresses, phone numbers, SSN patterns, API key strings → [REDACTED] before Streamlit renders any AI-generated text.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33172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90872" y="233172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55464" y="242316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55464" y="2423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55464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production · failover DB · purge data all require SOC Manager approval. AI recommends; humans execute.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65760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90872" y="3657600"/>
            <a:ext cx="54864" cy="1188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55464" y="374904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55464" y="3749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5464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55464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UTC-timestamped log of every agent step, blocked action, approval, and access request. Immutable per incident.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incidents: Risk Score 98 / Confidence 15 — signals low trust in automated handling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6154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orchestration, reliability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023360" cy="39319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54864" cy="393192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17922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179222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(dark enterprise theme)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121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21214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llama-3.3-70b-versatile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50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LLM: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24505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7797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Fallback: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2779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mock (rules-based)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3108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31089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 (HTTPS)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4381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Deploy: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343814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guide included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37673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20240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— never hardcoded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40965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20240" y="409651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public repo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44256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442569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cloud_logs.csv · security_events.csv · compliance_rules.json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1005840"/>
            <a:ext cx="4251960" cy="173736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26280" y="100584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Orchestration — Why Not LangChain?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14173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workflow is deterministic, role-governed, and audit-sensitive. A custom SentinelOrchestrator gives full control over shared context shape, guardrail short-circuiting, and Cloud Run packaging without adding graph runtime overhead. LangGraph is the natural upgrade path if parallel execution or persistent state is needed.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26280" y="2880360"/>
            <a:ext cx="4251960" cy="14173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26280" y="288036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Retries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32918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call wrapped in try/except
• 2 retries with brief backoff
• Fallback → mock deterministic response
• UI shows: "AI service temporarily unavailable. Fallback analysis was used."
• used_fallback flag propagated to final result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26280" y="4434840"/>
            <a:ext cx="4251960" cy="5029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26280" y="44348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44805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Lifecycle: Instantiated per incident request → Stateless per run → Terminated when Auditor completes or Compliance blocks early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Usage &amp; Autonomy Trade-offs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643191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helps — and where humans take over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023360" cy="39319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54864" cy="3931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LLMs Are Used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incident intent and severity from unstructured text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execution order and task decomposition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5968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52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evidence from telemetry 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4198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likely cause from evidence bundles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7307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3986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 recommendations with rationale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4297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executive summary of the full incident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4251960" cy="39319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26280" y="1005840"/>
            <a:ext cx="54864" cy="3931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vs. Control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4630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Recommends, Humans Execute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17190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actions (rollback, firewall changes, data purge) are surfaced for manager approval. The LLM never directly triggers production changes.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1396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395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logic runs outside the LLM entirely — phrase matching, policy JSON enforcement, and output regex are not delegable to the model.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28163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Can Veto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0723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Compliance Agent blocks the workflow, downstream agents — including Remediation — are skipped. Safety always wins over AI output.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34930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Transparency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7490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call, every blocked action, and every approval decision is timestamped in the audit trail for post-incident review.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1696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Roles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4256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can't run analysis. Analysts can't approve. Managers can't bypass compliance. Role separation limits blast radius.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38912" y="60887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live system demonstrates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with unique dashboards, permissions, and restricted pages. Least-privilege by design.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96312" y="100584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87752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Access Elevation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02996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page triggers a timed access request. SOC Manager approves or denies with reason and expiry.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5152" y="100584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6592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36592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Queue + Metrics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02996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of incidents with severity, status, affected services, and system metrics dashboard.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93992" y="100584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85432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85432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8-Agent Workflow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02996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from intake to audit, displayed step-by-step in the UI with timing per agent.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01752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🛑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38912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Blocking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04164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instructions detected at input — workflow blocked before any agent runs.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96312" y="301752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87752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587752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Queue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404164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remediation steps require human sign-off before being marked actionable.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45152" y="301752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736592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04164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UTC-timestamped log for every login, incident, blocked action, and approval decision.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93992" y="3017520"/>
            <a:ext cx="2011680" cy="182880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85432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85432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Deployment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4041648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on Google Cloud Run with HTTPS. Azure App Service also documented.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approach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005840"/>
          <a:ext cx="8412480" cy="3931917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Safe incident workflow (8-agent full run)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Pipeline completes; validation + auditor shown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Unsafe: 'delete production database'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Intake/compliance guardrail blocks; remediation skipped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LLM fallback (no API keys set)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Mock mode active; used_fallback=True in result; UI warning shown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Role access — Observer login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Run Analysis disabled; read-only incident queue only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SOC Manager approval flow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Pending banner → approve → incident status updated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validate_llm_output('email test@x.com')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Returns [REDACTED_EMAIL]; violations list populated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Compliance Reviewer role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Policy-focused view; Compliance Operations queue accessible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Cloud Run deployment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App listens on $PORT; HTTPS public URL accessible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PII pattern detection in output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Email, phone, SSN, API key strings redacted before display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Orchestrator import test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python3 -c 'from orchestrator import SentinelOrchestrator; print(ok)'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Production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scales beyond the MVP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Execution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4173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and Compliance can run concurrently (async tasks), then join before Root Cause. LangGraph enables this without redesigning agent interfaces.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233172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2331720"/>
            <a:ext cx="54864" cy="118872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2423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Migration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743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agent run() as a graph node. Shared context dict becomes the integration contract for any parallel scheduler.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365760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365760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3749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SIEM Integration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40690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CSV fixtures with Azure Monitor / GCP Logging / Splunk connectors. Same agent pipeline, real telemetry.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90872" y="100584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100584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5464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Private Endpoints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55464" y="14173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compliance, route LLM traffic through private VNet endpoints. Secrets move to Azure Key Vault references.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233172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90872" y="233172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55464" y="2423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PII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27432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redacted tickets, scan with DLP, store tokens not raw PII, apply validate_llm_output to every model response before persistence.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90872" y="3657600"/>
            <a:ext cx="4114800" cy="1188720"/>
          </a:xfrm>
          <a:prstGeom prst="rect">
            <a:avLst/>
          </a:prstGeom>
          <a:solidFill>
            <a:srgbClr val="0F224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90872" y="3657600"/>
            <a:ext cx="54864" cy="1188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55464" y="3749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5464" y="40690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manual test matrix to pytest suite with mock LLM responses. CI/CD pipeline runs on every PR before Cloud Run deploy.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36576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SentinelOps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64008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specialized agents with shared-context orchestration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26151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guardrails: input → compliance → validation → output filtering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7238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0540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Just-in-Time elevation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1129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" y="34930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for all sensitive production actions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50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3931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LLM reliability: Groq → OpenAI → Deterministic mock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437083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on Google Cloud Run — live HTTPS endpoint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sentinelops-ai-427637329209.us-central1.run.app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1661</Words>
  <Application>Microsoft Macintosh PowerPoint</Application>
  <PresentationFormat>On-screen Show (16:9)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SentinelOps AI</dc:title>
  <dc:subject>PptxGenJS Presentation</dc:subject>
  <dc:creator>PptxGenJS</dc:creator>
  <cp:lastModifiedBy>Mili Patel</cp:lastModifiedBy>
  <cp:revision>2</cp:revision>
  <dcterms:created xsi:type="dcterms:W3CDTF">2026-05-21T01:23:49Z</dcterms:created>
  <dcterms:modified xsi:type="dcterms:W3CDTF">2026-05-21T01:31:40Z</dcterms:modified>
</cp:coreProperties>
</file>